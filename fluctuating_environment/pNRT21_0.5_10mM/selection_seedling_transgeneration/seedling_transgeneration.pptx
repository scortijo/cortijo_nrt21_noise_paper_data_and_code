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5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39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49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750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16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80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88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12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193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59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98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66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5E4AB-49A5-4F63-8BA1-E94C9460FFE4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9FC87-9E17-47F3-88BF-CDC5E42F81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31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4666" y="35535"/>
            <a:ext cx="865554" cy="347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600" dirty="0" smtClean="0"/>
              <a:t>PLATE 5</a:t>
            </a:r>
            <a:endParaRPr lang="en-GB" sz="1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96" y="334108"/>
            <a:ext cx="2880000" cy="2880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894" y="334108"/>
            <a:ext cx="2880000" cy="2880000"/>
          </a:xfrm>
          <a:prstGeom prst="rect">
            <a:avLst/>
          </a:prstGeom>
        </p:spPr>
      </p:pic>
      <p:sp>
        <p:nvSpPr>
          <p:cNvPr id="6" name="Espace réservé du contenu 2"/>
          <p:cNvSpPr txBox="1">
            <a:spLocks/>
          </p:cNvSpPr>
          <p:nvPr/>
        </p:nvSpPr>
        <p:spPr>
          <a:xfrm>
            <a:off x="4165117" y="35535"/>
            <a:ext cx="865554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/>
              <a:t>PLATE 6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16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2" y="334108"/>
            <a:ext cx="2880000" cy="2880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708" y="334108"/>
            <a:ext cx="2880000" cy="2880000"/>
          </a:xfrm>
          <a:prstGeom prst="rect">
            <a:avLst/>
          </a:prstGeom>
        </p:spPr>
      </p:pic>
      <p:sp>
        <p:nvSpPr>
          <p:cNvPr id="9" name="Espace réservé du contenu 2"/>
          <p:cNvSpPr txBox="1">
            <a:spLocks/>
          </p:cNvSpPr>
          <p:nvPr/>
        </p:nvSpPr>
        <p:spPr>
          <a:xfrm>
            <a:off x="7179415" y="35535"/>
            <a:ext cx="865554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/>
              <a:t>PLATE 7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1600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10205931" y="35535"/>
            <a:ext cx="865554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/>
              <a:t>PLATE 8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1600" dirty="0"/>
          </a:p>
        </p:txBody>
      </p:sp>
      <p:sp>
        <p:nvSpPr>
          <p:cNvPr id="12" name="Rectangle 11"/>
          <p:cNvSpPr/>
          <p:nvPr/>
        </p:nvSpPr>
        <p:spPr>
          <a:xfrm>
            <a:off x="336200" y="805253"/>
            <a:ext cx="257770" cy="132834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614275" y="805253"/>
            <a:ext cx="192146" cy="139087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2" y="3538969"/>
            <a:ext cx="5884985" cy="3066940"/>
          </a:xfrm>
          <a:prstGeom prst="rect">
            <a:avLst/>
          </a:prstGeom>
        </p:spPr>
      </p:pic>
      <p:sp>
        <p:nvSpPr>
          <p:cNvPr id="16" name="Espace réservé du contenu 2"/>
          <p:cNvSpPr txBox="1">
            <a:spLocks/>
          </p:cNvSpPr>
          <p:nvPr/>
        </p:nvSpPr>
        <p:spPr>
          <a:xfrm>
            <a:off x="254225" y="492004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33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7" name="Espace réservé du contenu 2"/>
          <p:cNvSpPr txBox="1">
            <a:spLocks/>
          </p:cNvSpPr>
          <p:nvPr/>
        </p:nvSpPr>
        <p:spPr>
          <a:xfrm>
            <a:off x="530323" y="492004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34</a:t>
            </a:r>
          </a:p>
        </p:txBody>
      </p:sp>
      <p:sp>
        <p:nvSpPr>
          <p:cNvPr id="18" name="Espace réservé du contenu 2"/>
          <p:cNvSpPr txBox="1">
            <a:spLocks/>
          </p:cNvSpPr>
          <p:nvPr/>
        </p:nvSpPr>
        <p:spPr>
          <a:xfrm>
            <a:off x="1058220" y="481443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36</a:t>
            </a:r>
          </a:p>
        </p:txBody>
      </p:sp>
      <p:sp>
        <p:nvSpPr>
          <p:cNvPr id="23" name="Espace réservé du contenu 2"/>
          <p:cNvSpPr txBox="1">
            <a:spLocks/>
          </p:cNvSpPr>
          <p:nvPr/>
        </p:nvSpPr>
        <p:spPr>
          <a:xfrm>
            <a:off x="1927401" y="502294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39</a:t>
            </a:r>
          </a:p>
        </p:txBody>
      </p:sp>
      <p:sp>
        <p:nvSpPr>
          <p:cNvPr id="25" name="Espace réservé du contenu 2"/>
          <p:cNvSpPr txBox="1">
            <a:spLocks/>
          </p:cNvSpPr>
          <p:nvPr/>
        </p:nvSpPr>
        <p:spPr>
          <a:xfrm>
            <a:off x="4129104" y="538259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44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31800" y="743045"/>
            <a:ext cx="257770" cy="151560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Espace réservé du contenu 2"/>
          <p:cNvSpPr txBox="1">
            <a:spLocks/>
          </p:cNvSpPr>
          <p:nvPr/>
        </p:nvSpPr>
        <p:spPr>
          <a:xfrm>
            <a:off x="4920300" y="505557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47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07703" y="805253"/>
            <a:ext cx="192146" cy="139087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4176141" y="820363"/>
            <a:ext cx="251092" cy="16727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/>
          <p:cNvSpPr/>
          <p:nvPr/>
        </p:nvSpPr>
        <p:spPr>
          <a:xfrm>
            <a:off x="5028251" y="804207"/>
            <a:ext cx="244552" cy="139087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Espace réservé du contenu 2"/>
          <p:cNvSpPr txBox="1">
            <a:spLocks/>
          </p:cNvSpPr>
          <p:nvPr/>
        </p:nvSpPr>
        <p:spPr>
          <a:xfrm>
            <a:off x="6854787" y="488364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51</a:t>
            </a:r>
          </a:p>
        </p:txBody>
      </p:sp>
      <p:sp>
        <p:nvSpPr>
          <p:cNvPr id="52" name="Espace réservé du contenu 2"/>
          <p:cNvSpPr txBox="1">
            <a:spLocks/>
          </p:cNvSpPr>
          <p:nvPr/>
        </p:nvSpPr>
        <p:spPr>
          <a:xfrm>
            <a:off x="9902178" y="550249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59</a:t>
            </a:r>
          </a:p>
        </p:txBody>
      </p:sp>
      <p:sp>
        <p:nvSpPr>
          <p:cNvPr id="53" name="Espace réservé du contenu 2"/>
          <p:cNvSpPr txBox="1">
            <a:spLocks/>
          </p:cNvSpPr>
          <p:nvPr/>
        </p:nvSpPr>
        <p:spPr>
          <a:xfrm>
            <a:off x="10755501" y="553420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62</a:t>
            </a:r>
          </a:p>
        </p:txBody>
      </p:sp>
      <p:sp>
        <p:nvSpPr>
          <p:cNvPr id="54" name="Espace réservé du contenu 2"/>
          <p:cNvSpPr txBox="1">
            <a:spLocks/>
          </p:cNvSpPr>
          <p:nvPr/>
        </p:nvSpPr>
        <p:spPr>
          <a:xfrm>
            <a:off x="11071485" y="548883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63</a:t>
            </a:r>
          </a:p>
        </p:txBody>
      </p:sp>
      <p:sp>
        <p:nvSpPr>
          <p:cNvPr id="55" name="Espace réservé du contenu 2"/>
          <p:cNvSpPr txBox="1">
            <a:spLocks/>
          </p:cNvSpPr>
          <p:nvPr/>
        </p:nvSpPr>
        <p:spPr>
          <a:xfrm>
            <a:off x="11350405" y="553879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64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0145" y="777898"/>
            <a:ext cx="257770" cy="151560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7807698" y="739504"/>
            <a:ext cx="243516" cy="1292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/>
          <p:cNvSpPr/>
          <p:nvPr/>
        </p:nvSpPr>
        <p:spPr>
          <a:xfrm>
            <a:off x="9985933" y="804206"/>
            <a:ext cx="207375" cy="1360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10871483" y="820363"/>
            <a:ext cx="231965" cy="134449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/>
          <p:cNvSpPr/>
          <p:nvPr/>
        </p:nvSpPr>
        <p:spPr>
          <a:xfrm>
            <a:off x="11167105" y="827974"/>
            <a:ext cx="244552" cy="139087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/>
          <p:cNvSpPr/>
          <p:nvPr/>
        </p:nvSpPr>
        <p:spPr>
          <a:xfrm>
            <a:off x="11442632" y="833696"/>
            <a:ext cx="207375" cy="1499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Espace réservé du contenu 2"/>
          <p:cNvSpPr txBox="1">
            <a:spLocks/>
          </p:cNvSpPr>
          <p:nvPr/>
        </p:nvSpPr>
        <p:spPr>
          <a:xfrm>
            <a:off x="7702499" y="482778"/>
            <a:ext cx="417898" cy="347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rgbClr val="FF0000"/>
                </a:solidFill>
              </a:rPr>
              <a:t>54</a:t>
            </a: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2" y="3615725"/>
            <a:ext cx="4645983" cy="291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076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5380</TotalTime>
  <Words>20</Words>
  <Application>Microsoft Office PowerPoint</Application>
  <PresentationFormat>Grand écran</PresentationFormat>
  <Paragraphs>16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VETTOR</dc:creator>
  <cp:lastModifiedBy>Alexandre VETTOR</cp:lastModifiedBy>
  <cp:revision>15</cp:revision>
  <dcterms:created xsi:type="dcterms:W3CDTF">2023-06-22T08:50:19Z</dcterms:created>
  <dcterms:modified xsi:type="dcterms:W3CDTF">2023-07-12T14:18:31Z</dcterms:modified>
</cp:coreProperties>
</file>